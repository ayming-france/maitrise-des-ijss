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hyperlink" Target="https://ayming-france.github.io/collecte-et-traitement-des-arrets/" TargetMode="External"/><Relationship Id="rId4" Type="http://schemas.openxmlformats.org/officeDocument/2006/relationships/hyperlink" Target="https://ayming-france.github.io/recuperer-ij/" TargetMode="External"/><Relationship Id="rId5" Type="http://schemas.openxmlformats.org/officeDocument/2006/relationships/hyperlink" Target="https://www.ayming.fr/ressources-humaines/arrets-de-travail/remboursements-ijss-et-prevoyance/?utm_source=slides-sales&amp;utm_medium=print&amp;utm_campaign=ijss-famille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hyperlink" Target="https://www.ayming.fr/temoignages-clients/externalisation-ijss-clinique-du-parc/?utm_source=slides-sales&amp;utm_medium=print&amp;utm_campaign=ijss-famille&amp;utm_content=testimonial" TargetMode="External"/><Relationship Id="rId4" Type="http://schemas.openxmlformats.org/officeDocument/2006/relationships/hyperlink" Target="https://www.ayming.fr/temoignages-clients/la-saisie-des-arrets-maladie-et-la-gestion-des-ijss-a-la-caisse-depargne-hauts-de-france/?utm_source=slides-sales&amp;utm_medium=print&amp;utm_campaign=ijss-famille&amp;utm_content=testimonial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1219169" y="2007938"/>
            <a:ext cx="3047923" cy="338292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4"/>
          </p:cNvPr>
          <p:cNvSpPr/>
          <p:nvPr/>
        </p:nvSpPr>
        <p:spPr>
          <a:xfrm>
            <a:off x="4571885" y="2007938"/>
            <a:ext cx="3047923" cy="338292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>
            <a:hlinkClick r:id="rId5"/>
          </p:cNvPr>
          <p:cNvSpPr/>
          <p:nvPr/>
        </p:nvSpPr>
        <p:spPr>
          <a:xfrm>
            <a:off x="7924601" y="2007938"/>
            <a:ext cx="3047923" cy="338292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2524061" y="1699128"/>
            <a:ext cx="3381290" cy="4000399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4"/>
          </p:cNvPr>
          <p:cNvSpPr/>
          <p:nvPr/>
        </p:nvSpPr>
        <p:spPr>
          <a:xfrm>
            <a:off x="6286342" y="1699128"/>
            <a:ext cx="3381290" cy="4000399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