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collecte-et-traitement-des-arrets/" TargetMode="External"/><Relationship Id="rId4" Type="http://schemas.openxmlformats.org/officeDocument/2006/relationships/hyperlink" Target="https://ayming-france.github.io/recuperer-ij/" TargetMode="External"/><Relationship Id="rId5" Type="http://schemas.openxmlformats.org/officeDocument/2006/relationships/hyperlink" Target="https://www.ayming.fr/ressources-humaines/arrets-de-travail/remboursements-ijss-et-prevoyance/?utm_source=slides-sales&amp;utm_medium=print&amp;utm_campaign=ijss-fami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externalisation-ijss-clinique-du-parc/?utm_source=slides-sales&amp;utm_medium=print&amp;utm_campaign=ijss-famille&amp;utm_content=testimonial" TargetMode="External"/><Relationship Id="rId4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ss-famille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61834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397718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33602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