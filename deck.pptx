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ayming-france.github.io/collecte-et-traitement-des-arrets/" TargetMode="External"/><Relationship Id="rId4" Type="http://schemas.openxmlformats.org/officeDocument/2006/relationships/hyperlink" Target="https://ayming-france.github.io/recuperer-ij/" TargetMode="External"/><Relationship Id="rId5" Type="http://schemas.openxmlformats.org/officeDocument/2006/relationships/hyperlink" Target="https://www.ayming.fr/ressources-humaines/arrets-de-travail/remboursements-ijss-et-prevoyance/?utm_source=slides-sales&amp;utm_medium=print&amp;utm_campaign=ijss-famille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hyperlink" Target="https://www.ayming.fr/temoignages-clients/externalisation-ijss-clinique-du-parc/?utm_source=slides-sales&amp;utm_medium=print&amp;utm_campaign=ijss-famille&amp;utm_content=testimonial" TargetMode="External"/><Relationship Id="rId4" Type="http://schemas.openxmlformats.org/officeDocument/2006/relationships/hyperlink" Target="https://www.ayming.fr/temoignages-clients/la-saisie-des-arrets-maladie-et-la-gestion-des-ijss-a-la-caisse-depargne-hauts-de-france/?utm_source=slides-sales&amp;utm_medium=print&amp;utm_campaign=ijss-famille&amp;utm_content=testimonia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409664" y="2007938"/>
            <a:ext cx="3047923" cy="33829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762380" y="2007938"/>
            <a:ext cx="3047923" cy="33829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115096" y="2007938"/>
            <a:ext cx="3047923" cy="33829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714557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476837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